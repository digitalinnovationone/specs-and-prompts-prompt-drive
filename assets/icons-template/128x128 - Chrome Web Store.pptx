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6080363" cy="4608036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14" userDrawn="1">
          <p15:clr>
            <a:srgbClr val="A4A3A4"/>
          </p15:clr>
        </p15:guide>
        <p15:guide id="2" pos="14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1696" y="72"/>
      </p:cViewPr>
      <p:guideLst>
        <p:guide orient="horz" pos="14514"/>
        <p:guide pos="14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6027" y="7541396"/>
            <a:ext cx="39168309" cy="16042793"/>
          </a:xfrm>
        </p:spPr>
        <p:txBody>
          <a:bodyPr anchor="b"/>
          <a:lstStyle>
            <a:lvl1pPr algn="ctr">
              <a:defRPr sz="3023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46" y="24202860"/>
            <a:ext cx="34560272" cy="11125418"/>
          </a:xfrm>
        </p:spPr>
        <p:txBody>
          <a:bodyPr/>
          <a:lstStyle>
            <a:lvl1pPr marL="0" indent="0" algn="ctr">
              <a:buNone/>
              <a:defRPr sz="12095"/>
            </a:lvl1pPr>
            <a:lvl2pPr marL="2304014" indent="0" algn="ctr">
              <a:buNone/>
              <a:defRPr sz="10079"/>
            </a:lvl2pPr>
            <a:lvl3pPr marL="4608027" indent="0" algn="ctr">
              <a:buNone/>
              <a:defRPr sz="9071"/>
            </a:lvl3pPr>
            <a:lvl4pPr marL="6912041" indent="0" algn="ctr">
              <a:buNone/>
              <a:defRPr sz="8063"/>
            </a:lvl4pPr>
            <a:lvl5pPr marL="9216055" indent="0" algn="ctr">
              <a:buNone/>
              <a:defRPr sz="8063"/>
            </a:lvl5pPr>
            <a:lvl6pPr marL="11520068" indent="0" algn="ctr">
              <a:buNone/>
              <a:defRPr sz="8063"/>
            </a:lvl6pPr>
            <a:lvl7pPr marL="13824082" indent="0" algn="ctr">
              <a:buNone/>
              <a:defRPr sz="8063"/>
            </a:lvl7pPr>
            <a:lvl8pPr marL="16128096" indent="0" algn="ctr">
              <a:buNone/>
              <a:defRPr sz="8063"/>
            </a:lvl8pPr>
            <a:lvl9pPr marL="18432109" indent="0" algn="ctr">
              <a:buNone/>
              <a:defRPr sz="806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62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66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027" y="11488104"/>
            <a:ext cx="39744313" cy="19168148"/>
          </a:xfrm>
        </p:spPr>
        <p:txBody>
          <a:bodyPr anchor="b"/>
          <a:lstStyle>
            <a:lvl1pPr>
              <a:defRPr sz="3023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027" y="30837590"/>
            <a:ext cx="39744313" cy="10080076"/>
          </a:xfrm>
        </p:spPr>
        <p:txBody>
          <a:bodyPr/>
          <a:lstStyle>
            <a:lvl1pPr marL="0" indent="0">
              <a:buNone/>
              <a:defRPr sz="12095">
                <a:solidFill>
                  <a:schemeClr val="tx1">
                    <a:tint val="82000"/>
                  </a:schemeClr>
                </a:solidFill>
              </a:defRPr>
            </a:lvl1pPr>
            <a:lvl2pPr marL="2304014" indent="0">
              <a:buNone/>
              <a:defRPr sz="10079">
                <a:solidFill>
                  <a:schemeClr val="tx1">
                    <a:tint val="82000"/>
                  </a:schemeClr>
                </a:solidFill>
              </a:defRPr>
            </a:lvl2pPr>
            <a:lvl3pPr marL="4608027" indent="0">
              <a:buNone/>
              <a:defRPr sz="9071">
                <a:solidFill>
                  <a:schemeClr val="tx1">
                    <a:tint val="82000"/>
                  </a:schemeClr>
                </a:solidFill>
              </a:defRPr>
            </a:lvl3pPr>
            <a:lvl4pPr marL="6912041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4pPr>
            <a:lvl5pPr marL="9216055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5pPr>
            <a:lvl6pPr marL="11520068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6pPr>
            <a:lvl7pPr marL="13824082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7pPr>
            <a:lvl8pPr marL="16128096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8pPr>
            <a:lvl9pPr marL="18432109" indent="0">
              <a:buNone/>
              <a:defRPr sz="80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53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025" y="12266763"/>
            <a:ext cx="19584154" cy="292375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28184" y="12266763"/>
            <a:ext cx="19584154" cy="292375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01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2453363"/>
            <a:ext cx="39744313" cy="89067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032" y="11296092"/>
            <a:ext cx="19494150" cy="5536040"/>
          </a:xfrm>
        </p:spPr>
        <p:txBody>
          <a:bodyPr anchor="b"/>
          <a:lstStyle>
            <a:lvl1pPr marL="0" indent="0">
              <a:buNone/>
              <a:defRPr sz="12095" b="1"/>
            </a:lvl1pPr>
            <a:lvl2pPr marL="2304014" indent="0">
              <a:buNone/>
              <a:defRPr sz="10079" b="1"/>
            </a:lvl2pPr>
            <a:lvl3pPr marL="4608027" indent="0">
              <a:buNone/>
              <a:defRPr sz="9071" b="1"/>
            </a:lvl3pPr>
            <a:lvl4pPr marL="6912041" indent="0">
              <a:buNone/>
              <a:defRPr sz="8063" b="1"/>
            </a:lvl4pPr>
            <a:lvl5pPr marL="9216055" indent="0">
              <a:buNone/>
              <a:defRPr sz="8063" b="1"/>
            </a:lvl5pPr>
            <a:lvl6pPr marL="11520068" indent="0">
              <a:buNone/>
              <a:defRPr sz="8063" b="1"/>
            </a:lvl6pPr>
            <a:lvl7pPr marL="13824082" indent="0">
              <a:buNone/>
              <a:defRPr sz="8063" b="1"/>
            </a:lvl7pPr>
            <a:lvl8pPr marL="16128096" indent="0">
              <a:buNone/>
              <a:defRPr sz="8063" b="1"/>
            </a:lvl8pPr>
            <a:lvl9pPr marL="18432109" indent="0">
              <a:buNone/>
              <a:defRPr sz="806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032" y="16832132"/>
            <a:ext cx="19494150" cy="247575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28186" y="11296092"/>
            <a:ext cx="19590156" cy="5536040"/>
          </a:xfrm>
        </p:spPr>
        <p:txBody>
          <a:bodyPr anchor="b"/>
          <a:lstStyle>
            <a:lvl1pPr marL="0" indent="0">
              <a:buNone/>
              <a:defRPr sz="12095" b="1"/>
            </a:lvl1pPr>
            <a:lvl2pPr marL="2304014" indent="0">
              <a:buNone/>
              <a:defRPr sz="10079" b="1"/>
            </a:lvl2pPr>
            <a:lvl3pPr marL="4608027" indent="0">
              <a:buNone/>
              <a:defRPr sz="9071" b="1"/>
            </a:lvl3pPr>
            <a:lvl4pPr marL="6912041" indent="0">
              <a:buNone/>
              <a:defRPr sz="8063" b="1"/>
            </a:lvl4pPr>
            <a:lvl5pPr marL="9216055" indent="0">
              <a:buNone/>
              <a:defRPr sz="8063" b="1"/>
            </a:lvl5pPr>
            <a:lvl6pPr marL="11520068" indent="0">
              <a:buNone/>
              <a:defRPr sz="8063" b="1"/>
            </a:lvl6pPr>
            <a:lvl7pPr marL="13824082" indent="0">
              <a:buNone/>
              <a:defRPr sz="8063" b="1"/>
            </a:lvl7pPr>
            <a:lvl8pPr marL="16128096" indent="0">
              <a:buNone/>
              <a:defRPr sz="8063" b="1"/>
            </a:lvl8pPr>
            <a:lvl9pPr marL="18432109" indent="0">
              <a:buNone/>
              <a:defRPr sz="806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28186" y="16832132"/>
            <a:ext cx="19590156" cy="247575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00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94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49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3072024"/>
            <a:ext cx="14862116" cy="10752085"/>
          </a:xfrm>
        </p:spPr>
        <p:txBody>
          <a:bodyPr anchor="b"/>
          <a:lstStyle>
            <a:lvl1pPr>
              <a:defRPr sz="1612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0156" y="6634729"/>
            <a:ext cx="23328184" cy="32746925"/>
          </a:xfrm>
        </p:spPr>
        <p:txBody>
          <a:bodyPr/>
          <a:lstStyle>
            <a:lvl1pPr>
              <a:defRPr sz="16126"/>
            </a:lvl1pPr>
            <a:lvl2pPr>
              <a:defRPr sz="14110"/>
            </a:lvl2pPr>
            <a:lvl3pPr>
              <a:defRPr sz="12095"/>
            </a:lvl3pPr>
            <a:lvl4pPr>
              <a:defRPr sz="10079"/>
            </a:lvl4pPr>
            <a:lvl5pPr>
              <a:defRPr sz="10079"/>
            </a:lvl5pPr>
            <a:lvl6pPr>
              <a:defRPr sz="10079"/>
            </a:lvl6pPr>
            <a:lvl7pPr>
              <a:defRPr sz="10079"/>
            </a:lvl7pPr>
            <a:lvl8pPr>
              <a:defRPr sz="10079"/>
            </a:lvl8pPr>
            <a:lvl9pPr>
              <a:defRPr sz="1007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7" y="13824109"/>
            <a:ext cx="14862116" cy="25610872"/>
          </a:xfrm>
        </p:spPr>
        <p:txBody>
          <a:bodyPr/>
          <a:lstStyle>
            <a:lvl1pPr marL="0" indent="0">
              <a:buNone/>
              <a:defRPr sz="8063"/>
            </a:lvl1pPr>
            <a:lvl2pPr marL="2304014" indent="0">
              <a:buNone/>
              <a:defRPr sz="7055"/>
            </a:lvl2pPr>
            <a:lvl3pPr marL="4608027" indent="0">
              <a:buNone/>
              <a:defRPr sz="6047"/>
            </a:lvl3pPr>
            <a:lvl4pPr marL="6912041" indent="0">
              <a:buNone/>
              <a:defRPr sz="5039"/>
            </a:lvl4pPr>
            <a:lvl5pPr marL="9216055" indent="0">
              <a:buNone/>
              <a:defRPr sz="5039"/>
            </a:lvl5pPr>
            <a:lvl6pPr marL="11520068" indent="0">
              <a:buNone/>
              <a:defRPr sz="5039"/>
            </a:lvl6pPr>
            <a:lvl7pPr marL="13824082" indent="0">
              <a:buNone/>
              <a:defRPr sz="5039"/>
            </a:lvl7pPr>
            <a:lvl8pPr marL="16128096" indent="0">
              <a:buNone/>
              <a:defRPr sz="5039"/>
            </a:lvl8pPr>
            <a:lvl9pPr marL="18432109" indent="0">
              <a:buNone/>
              <a:defRPr sz="503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44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3072024"/>
            <a:ext cx="14862116" cy="10752085"/>
          </a:xfrm>
        </p:spPr>
        <p:txBody>
          <a:bodyPr anchor="b"/>
          <a:lstStyle>
            <a:lvl1pPr>
              <a:defRPr sz="1612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0156" y="6634729"/>
            <a:ext cx="23328184" cy="32746925"/>
          </a:xfrm>
        </p:spPr>
        <p:txBody>
          <a:bodyPr anchor="t"/>
          <a:lstStyle>
            <a:lvl1pPr marL="0" indent="0">
              <a:buNone/>
              <a:defRPr sz="16126"/>
            </a:lvl1pPr>
            <a:lvl2pPr marL="2304014" indent="0">
              <a:buNone/>
              <a:defRPr sz="14110"/>
            </a:lvl2pPr>
            <a:lvl3pPr marL="4608027" indent="0">
              <a:buNone/>
              <a:defRPr sz="12095"/>
            </a:lvl3pPr>
            <a:lvl4pPr marL="6912041" indent="0">
              <a:buNone/>
              <a:defRPr sz="10079"/>
            </a:lvl4pPr>
            <a:lvl5pPr marL="9216055" indent="0">
              <a:buNone/>
              <a:defRPr sz="10079"/>
            </a:lvl5pPr>
            <a:lvl6pPr marL="11520068" indent="0">
              <a:buNone/>
              <a:defRPr sz="10079"/>
            </a:lvl6pPr>
            <a:lvl7pPr marL="13824082" indent="0">
              <a:buNone/>
              <a:defRPr sz="10079"/>
            </a:lvl7pPr>
            <a:lvl8pPr marL="16128096" indent="0">
              <a:buNone/>
              <a:defRPr sz="10079"/>
            </a:lvl8pPr>
            <a:lvl9pPr marL="18432109" indent="0">
              <a:buNone/>
              <a:defRPr sz="1007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7" y="13824109"/>
            <a:ext cx="14862116" cy="25610872"/>
          </a:xfrm>
        </p:spPr>
        <p:txBody>
          <a:bodyPr/>
          <a:lstStyle>
            <a:lvl1pPr marL="0" indent="0">
              <a:buNone/>
              <a:defRPr sz="8063"/>
            </a:lvl1pPr>
            <a:lvl2pPr marL="2304014" indent="0">
              <a:buNone/>
              <a:defRPr sz="7055"/>
            </a:lvl2pPr>
            <a:lvl3pPr marL="4608027" indent="0">
              <a:buNone/>
              <a:defRPr sz="6047"/>
            </a:lvl3pPr>
            <a:lvl4pPr marL="6912041" indent="0">
              <a:buNone/>
              <a:defRPr sz="5039"/>
            </a:lvl4pPr>
            <a:lvl5pPr marL="9216055" indent="0">
              <a:buNone/>
              <a:defRPr sz="5039"/>
            </a:lvl5pPr>
            <a:lvl6pPr marL="11520068" indent="0">
              <a:buNone/>
              <a:defRPr sz="5039"/>
            </a:lvl6pPr>
            <a:lvl7pPr marL="13824082" indent="0">
              <a:buNone/>
              <a:defRPr sz="5039"/>
            </a:lvl7pPr>
            <a:lvl8pPr marL="16128096" indent="0">
              <a:buNone/>
              <a:defRPr sz="5039"/>
            </a:lvl8pPr>
            <a:lvl9pPr marL="18432109" indent="0">
              <a:buNone/>
              <a:defRPr sz="503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28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76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6262" y="2453352"/>
            <a:ext cx="9936078" cy="3905097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028" y="2453352"/>
            <a:ext cx="29232230" cy="3905097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53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025" y="2453363"/>
            <a:ext cx="39744313" cy="8906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025" y="12266763"/>
            <a:ext cx="39744313" cy="2923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025" y="42709680"/>
            <a:ext cx="10368082" cy="2453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5A05A-08B8-4A21-965B-18005FE4C3DA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4120" y="42709680"/>
            <a:ext cx="15552123" cy="2453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4256" y="42709680"/>
            <a:ext cx="10368082" cy="2453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FBEE4-36A9-4963-8B49-E6C9DAF46F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09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608027" rtl="0" eaLnBrk="1" latinLnBrk="0" hangingPunct="1">
        <a:lnSpc>
          <a:spcPct val="90000"/>
        </a:lnSpc>
        <a:spcBef>
          <a:spcPct val="0"/>
        </a:spcBef>
        <a:buNone/>
        <a:defRPr sz="22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2007" indent="-1152007" algn="l" defTabSz="4608027" rtl="0" eaLnBrk="1" latinLnBrk="0" hangingPunct="1">
        <a:lnSpc>
          <a:spcPct val="90000"/>
        </a:lnSpc>
        <a:spcBef>
          <a:spcPts val="5039"/>
        </a:spcBef>
        <a:buFont typeface="Arial" panose="020B0604020202020204" pitchFamily="34" charset="0"/>
        <a:buChar char="•"/>
        <a:defRPr sz="14110" kern="1200">
          <a:solidFill>
            <a:schemeClr val="tx1"/>
          </a:solidFill>
          <a:latin typeface="+mn-lt"/>
          <a:ea typeface="+mn-ea"/>
          <a:cs typeface="+mn-cs"/>
        </a:defRPr>
      </a:lvl1pPr>
      <a:lvl2pPr marL="3456021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12095" kern="1200">
          <a:solidFill>
            <a:schemeClr val="tx1"/>
          </a:solidFill>
          <a:latin typeface="+mn-lt"/>
          <a:ea typeface="+mn-ea"/>
          <a:cs typeface="+mn-cs"/>
        </a:defRPr>
      </a:lvl2pPr>
      <a:lvl3pPr marL="5760034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3pPr>
      <a:lvl4pPr marL="8064048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4pPr>
      <a:lvl5pPr marL="10368062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5pPr>
      <a:lvl6pPr marL="12672075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6pPr>
      <a:lvl7pPr marL="14976089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7pPr>
      <a:lvl8pPr marL="17280103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8pPr>
      <a:lvl9pPr marL="19584116" indent="-1152007" algn="l" defTabSz="4608027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1pPr>
      <a:lvl2pPr marL="2304014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2pPr>
      <a:lvl3pPr marL="4608027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3pPr>
      <a:lvl4pPr marL="6912041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4pPr>
      <a:lvl5pPr marL="9216055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5pPr>
      <a:lvl6pPr marL="11520068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6pPr>
      <a:lvl7pPr marL="13824082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7pPr>
      <a:lvl8pPr marL="16128096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8pPr>
      <a:lvl9pPr marL="18432109" algn="l" defTabSz="4608027" rtl="0" eaLnBrk="1" latinLnBrk="0" hangingPunct="1">
        <a:defRPr sz="90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56623F9-C1F6-6DE1-A8AE-FF837FC04BCA}"/>
              </a:ext>
            </a:extLst>
          </p:cNvPr>
          <p:cNvSpPr/>
          <p:nvPr/>
        </p:nvSpPr>
        <p:spPr>
          <a:xfrm>
            <a:off x="1240971" y="868956"/>
            <a:ext cx="43786653" cy="43936644"/>
          </a:xfrm>
          <a:prstGeom prst="roundRect">
            <a:avLst>
              <a:gd name="adj" fmla="val 10765"/>
            </a:avLst>
          </a:prstGeom>
          <a:gradFill flip="none" rotWithShape="1">
            <a:gsLst>
              <a:gs pos="0">
                <a:srgbClr val="FF2D47"/>
              </a:gs>
              <a:gs pos="100000">
                <a:srgbClr val="FF593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10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 Aguiar</dc:creator>
  <cp:lastModifiedBy>Felipe Silva Aguiar</cp:lastModifiedBy>
  <cp:revision>3</cp:revision>
  <dcterms:created xsi:type="dcterms:W3CDTF">2026-02-13T16:37:30Z</dcterms:created>
  <dcterms:modified xsi:type="dcterms:W3CDTF">2026-02-13T16:43:35Z</dcterms:modified>
</cp:coreProperties>
</file>