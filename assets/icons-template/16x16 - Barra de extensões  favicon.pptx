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75945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4" userDrawn="1">
          <p15:clr>
            <a:srgbClr val="A4A3A4"/>
          </p15:clr>
        </p15:guide>
        <p15:guide id="2" pos="1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D47"/>
    <a:srgbClr val="FF2969"/>
    <a:srgbClr val="FF5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116" y="124"/>
      </p:cViewPr>
      <p:guideLst>
        <p:guide orient="horz" pos="1814"/>
        <p:guide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942577"/>
            <a:ext cx="4895533" cy="2005142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3025045"/>
            <a:ext cx="4319588" cy="1390533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59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89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435864"/>
            <a:ext cx="4967526" cy="2395771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3854300"/>
            <a:ext cx="4967526" cy="1259879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28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533187"/>
            <a:ext cx="2447766" cy="3654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533187"/>
            <a:ext cx="2447766" cy="3654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54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06639"/>
            <a:ext cx="4967526" cy="111322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411865"/>
            <a:ext cx="2436517" cy="69193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2103799"/>
            <a:ext cx="2436517" cy="30943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411865"/>
            <a:ext cx="2448516" cy="69193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2103799"/>
            <a:ext cx="2448516" cy="30943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54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92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40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83963"/>
            <a:ext cx="1857573" cy="1343872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829256"/>
            <a:ext cx="2915722" cy="4092942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727835"/>
            <a:ext cx="1857573" cy="3201028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72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83963"/>
            <a:ext cx="1857573" cy="1343872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829256"/>
            <a:ext cx="2915722" cy="4092942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727835"/>
            <a:ext cx="1857573" cy="3201028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20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08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306637"/>
            <a:ext cx="1241881" cy="488086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306637"/>
            <a:ext cx="3653651" cy="488086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57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306639"/>
            <a:ext cx="496752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533187"/>
            <a:ext cx="496752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5338158"/>
            <a:ext cx="129587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4E1AF-E8DF-4B9B-A90A-915B2DDED208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5338158"/>
            <a:ext cx="194381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5338158"/>
            <a:ext cx="129587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33369-66E3-425B-8646-9D8E307961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34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56623F9-C1F6-6DE1-A8AE-FF837FC04BCA}"/>
              </a:ext>
            </a:extLst>
          </p:cNvPr>
          <p:cNvSpPr/>
          <p:nvPr/>
        </p:nvSpPr>
        <p:spPr>
          <a:xfrm>
            <a:off x="337787" y="315589"/>
            <a:ext cx="5083878" cy="5153878"/>
          </a:xfrm>
          <a:prstGeom prst="roundRect">
            <a:avLst>
              <a:gd name="adj" fmla="val 10765"/>
            </a:avLst>
          </a:prstGeom>
          <a:gradFill flip="none" rotWithShape="1">
            <a:gsLst>
              <a:gs pos="0">
                <a:srgbClr val="FF2D47"/>
              </a:gs>
              <a:gs pos="100000">
                <a:srgbClr val="FF593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489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 Aguiar</dc:creator>
  <cp:lastModifiedBy>Felipe Silva Aguiar</cp:lastModifiedBy>
  <cp:revision>2</cp:revision>
  <dcterms:created xsi:type="dcterms:W3CDTF">2026-02-13T16:30:23Z</dcterms:created>
  <dcterms:modified xsi:type="dcterms:W3CDTF">2026-02-13T16:41:21Z</dcterms:modified>
</cp:coreProperties>
</file>