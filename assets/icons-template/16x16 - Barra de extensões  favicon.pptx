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5759450" cy="5759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14" userDrawn="1">
          <p15:clr>
            <a:srgbClr val="A4A3A4"/>
          </p15:clr>
        </p15:guide>
        <p15:guide id="2" pos="18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8C0FF"/>
    <a:srgbClr val="FF2D47"/>
    <a:srgbClr val="FF2969"/>
    <a:srgbClr val="FF59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9" d="100"/>
          <a:sy n="79" d="100"/>
        </p:scale>
        <p:origin x="1684" y="60"/>
      </p:cViewPr>
      <p:guideLst>
        <p:guide orient="horz" pos="1814"/>
        <p:guide pos="181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959" y="942577"/>
            <a:ext cx="4895533" cy="2005142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931" y="3025045"/>
            <a:ext cx="4319588" cy="1390533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4E1AF-E8DF-4B9B-A90A-915B2DDED208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E33369-66E3-425B-8646-9D8E307961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4590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4E1AF-E8DF-4B9B-A90A-915B2DDED208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E33369-66E3-425B-8646-9D8E307961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4895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963" y="1435864"/>
            <a:ext cx="4967526" cy="2395771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963" y="3854300"/>
            <a:ext cx="4967526" cy="1259879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4E1AF-E8DF-4B9B-A90A-915B2DDED208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E33369-66E3-425B-8646-9D8E307961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52830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5962" y="1533187"/>
            <a:ext cx="2447766" cy="365431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15722" y="1533187"/>
            <a:ext cx="2447766" cy="365431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4E1AF-E8DF-4B9B-A90A-915B2DDED208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E33369-66E3-425B-8646-9D8E307961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1546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306639"/>
            <a:ext cx="4967526" cy="111322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6713" y="1411865"/>
            <a:ext cx="2436517" cy="691934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6713" y="2103799"/>
            <a:ext cx="2436517" cy="30943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5722" y="1411865"/>
            <a:ext cx="2448516" cy="691934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915722" y="2103799"/>
            <a:ext cx="2448516" cy="30943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4E1AF-E8DF-4B9B-A90A-915B2DDED208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E33369-66E3-425B-8646-9D8E307961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8540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4E1AF-E8DF-4B9B-A90A-915B2DDED208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E33369-66E3-425B-8646-9D8E307961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920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4E1AF-E8DF-4B9B-A90A-915B2DDED208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E33369-66E3-425B-8646-9D8E307961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8403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383963"/>
            <a:ext cx="1857573" cy="1343872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48516" y="829256"/>
            <a:ext cx="2915722" cy="4092942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2" y="1727835"/>
            <a:ext cx="1857573" cy="3201028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4E1AF-E8DF-4B9B-A90A-915B2DDED208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E33369-66E3-425B-8646-9D8E307961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72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383963"/>
            <a:ext cx="1857573" cy="1343872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448516" y="829256"/>
            <a:ext cx="2915722" cy="4092942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2" y="1727835"/>
            <a:ext cx="1857573" cy="3201028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4E1AF-E8DF-4B9B-A90A-915B2DDED208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E33369-66E3-425B-8646-9D8E307961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9204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4E1AF-E8DF-4B9B-A90A-915B2DDED208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E33369-66E3-425B-8646-9D8E307961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7084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121607" y="306637"/>
            <a:ext cx="1241881" cy="488086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95963" y="306637"/>
            <a:ext cx="3653651" cy="488086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4E1AF-E8DF-4B9B-A90A-915B2DDED208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E33369-66E3-425B-8646-9D8E307961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6570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5962" y="306639"/>
            <a:ext cx="4967526" cy="11132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5962" y="1533187"/>
            <a:ext cx="4967526" cy="3654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95962" y="5338158"/>
            <a:ext cx="1295876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C4E1AF-E8DF-4B9B-A90A-915B2DDED208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07818" y="5338158"/>
            <a:ext cx="1943814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067612" y="5338158"/>
            <a:ext cx="1295876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E33369-66E3-425B-8646-9D8E307961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1342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D56623F9-C1F6-6DE1-A8AE-FF837FC04BCA}"/>
              </a:ext>
            </a:extLst>
          </p:cNvPr>
          <p:cNvSpPr/>
          <p:nvPr/>
        </p:nvSpPr>
        <p:spPr>
          <a:xfrm>
            <a:off x="337787" y="315589"/>
            <a:ext cx="5083878" cy="5153878"/>
          </a:xfrm>
          <a:prstGeom prst="roundRect">
            <a:avLst>
              <a:gd name="adj" fmla="val 10765"/>
            </a:avLst>
          </a:prstGeom>
          <a:gradFill flip="none" rotWithShape="1">
            <a:gsLst>
              <a:gs pos="0">
                <a:srgbClr val="B8C0FF"/>
              </a:gs>
              <a:gs pos="100000">
                <a:srgbClr val="B8C0FF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Gráfico 2" descr="Sincronização com a nuvem com preenchimento sólido">
            <a:extLst>
              <a:ext uri="{FF2B5EF4-FFF2-40B4-BE49-F238E27FC236}">
                <a16:creationId xmlns:a16="http://schemas.microsoft.com/office/drawing/2014/main" id="{A23BD71D-2BF6-4F72-F98B-0ADA7DE76C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4927" y="428877"/>
            <a:ext cx="4385884" cy="4385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489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Words>0</Words>
  <Application>Microsoft Office PowerPoint</Application>
  <PresentationFormat>Personalizar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Silva Aguiar</dc:creator>
  <cp:lastModifiedBy>Felipe Silva Aguiar</cp:lastModifiedBy>
  <cp:revision>4</cp:revision>
  <dcterms:created xsi:type="dcterms:W3CDTF">2026-02-13T16:30:23Z</dcterms:created>
  <dcterms:modified xsi:type="dcterms:W3CDTF">2026-02-13T16:59:58Z</dcterms:modified>
</cp:coreProperties>
</file>