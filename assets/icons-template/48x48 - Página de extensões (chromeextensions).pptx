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7279938" cy="17279938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397" userDrawn="1">
          <p15:clr>
            <a:srgbClr val="A4A3A4"/>
          </p15:clr>
        </p15:guide>
        <p15:guide id="2" pos="544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8C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26" d="100"/>
          <a:sy n="26" d="100"/>
        </p:scale>
        <p:origin x="1712" y="156"/>
      </p:cViewPr>
      <p:guideLst>
        <p:guide orient="horz" pos="5397"/>
        <p:guide pos="544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95996" y="2827991"/>
            <a:ext cx="14687947" cy="6015978"/>
          </a:xfrm>
        </p:spPr>
        <p:txBody>
          <a:bodyPr anchor="b"/>
          <a:lstStyle>
            <a:lvl1pPr algn="ctr">
              <a:defRPr sz="11339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59992" y="9075969"/>
            <a:ext cx="12959954" cy="4171984"/>
          </a:xfrm>
        </p:spPr>
        <p:txBody>
          <a:bodyPr/>
          <a:lstStyle>
            <a:lvl1pPr marL="0" indent="0" algn="ctr">
              <a:buNone/>
              <a:defRPr sz="4536"/>
            </a:lvl1pPr>
            <a:lvl2pPr marL="864017" indent="0" algn="ctr">
              <a:buNone/>
              <a:defRPr sz="3780"/>
            </a:lvl2pPr>
            <a:lvl3pPr marL="1728033" indent="0" algn="ctr">
              <a:buNone/>
              <a:defRPr sz="3402"/>
            </a:lvl3pPr>
            <a:lvl4pPr marL="2592050" indent="0" algn="ctr">
              <a:buNone/>
              <a:defRPr sz="3024"/>
            </a:lvl4pPr>
            <a:lvl5pPr marL="3456066" indent="0" algn="ctr">
              <a:buNone/>
              <a:defRPr sz="3024"/>
            </a:lvl5pPr>
            <a:lvl6pPr marL="4320083" indent="0" algn="ctr">
              <a:buNone/>
              <a:defRPr sz="3024"/>
            </a:lvl6pPr>
            <a:lvl7pPr marL="5184099" indent="0" algn="ctr">
              <a:buNone/>
              <a:defRPr sz="3024"/>
            </a:lvl7pPr>
            <a:lvl8pPr marL="6048116" indent="0" algn="ctr">
              <a:buNone/>
              <a:defRPr sz="3024"/>
            </a:lvl8pPr>
            <a:lvl9pPr marL="6912132" indent="0" algn="ctr">
              <a:buNone/>
              <a:defRPr sz="3024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401A9-DE87-4D18-8B42-99BB665F3C16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8A9609-BE5D-4296-8AC4-314ACCBFF06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4655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401A9-DE87-4D18-8B42-99BB665F3C16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8A9609-BE5D-4296-8AC4-314ACCBFF06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50360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8996" y="4307990"/>
            <a:ext cx="14903947" cy="7187973"/>
          </a:xfrm>
        </p:spPr>
        <p:txBody>
          <a:bodyPr anchor="b"/>
          <a:lstStyle>
            <a:lvl1pPr>
              <a:defRPr sz="11339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8996" y="11563964"/>
            <a:ext cx="14903947" cy="3779985"/>
          </a:xfrm>
        </p:spPr>
        <p:txBody>
          <a:bodyPr/>
          <a:lstStyle>
            <a:lvl1pPr marL="0" indent="0">
              <a:buNone/>
              <a:defRPr sz="4536">
                <a:solidFill>
                  <a:schemeClr val="tx1">
                    <a:tint val="82000"/>
                  </a:schemeClr>
                </a:solidFill>
              </a:defRPr>
            </a:lvl1pPr>
            <a:lvl2pPr marL="864017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2pPr>
            <a:lvl3pPr marL="1728033" indent="0">
              <a:buNone/>
              <a:defRPr sz="3402">
                <a:solidFill>
                  <a:schemeClr val="tx1">
                    <a:tint val="82000"/>
                  </a:schemeClr>
                </a:solidFill>
              </a:defRPr>
            </a:lvl3pPr>
            <a:lvl4pPr marL="2592050" indent="0">
              <a:buNone/>
              <a:defRPr sz="3024">
                <a:solidFill>
                  <a:schemeClr val="tx1">
                    <a:tint val="82000"/>
                  </a:schemeClr>
                </a:solidFill>
              </a:defRPr>
            </a:lvl4pPr>
            <a:lvl5pPr marL="3456066" indent="0">
              <a:buNone/>
              <a:defRPr sz="3024">
                <a:solidFill>
                  <a:schemeClr val="tx1">
                    <a:tint val="82000"/>
                  </a:schemeClr>
                </a:solidFill>
              </a:defRPr>
            </a:lvl5pPr>
            <a:lvl6pPr marL="4320083" indent="0">
              <a:buNone/>
              <a:defRPr sz="3024">
                <a:solidFill>
                  <a:schemeClr val="tx1">
                    <a:tint val="82000"/>
                  </a:schemeClr>
                </a:solidFill>
              </a:defRPr>
            </a:lvl6pPr>
            <a:lvl7pPr marL="5184099" indent="0">
              <a:buNone/>
              <a:defRPr sz="3024">
                <a:solidFill>
                  <a:schemeClr val="tx1">
                    <a:tint val="82000"/>
                  </a:schemeClr>
                </a:solidFill>
              </a:defRPr>
            </a:lvl7pPr>
            <a:lvl8pPr marL="6048116" indent="0">
              <a:buNone/>
              <a:defRPr sz="3024">
                <a:solidFill>
                  <a:schemeClr val="tx1">
                    <a:tint val="82000"/>
                  </a:schemeClr>
                </a:solidFill>
              </a:defRPr>
            </a:lvl8pPr>
            <a:lvl9pPr marL="6912132" indent="0">
              <a:buNone/>
              <a:defRPr sz="302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401A9-DE87-4D18-8B42-99BB665F3C16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8A9609-BE5D-4296-8AC4-314ACCBFF06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143451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87996" y="4599983"/>
            <a:ext cx="7343974" cy="1096396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747968" y="4599983"/>
            <a:ext cx="7343974" cy="1096396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401A9-DE87-4D18-8B42-99BB665F3C16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8A9609-BE5D-4296-8AC4-314ACCBFF06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03998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0246" y="920001"/>
            <a:ext cx="14903947" cy="3339989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0248" y="4235986"/>
            <a:ext cx="7310223" cy="2075991"/>
          </a:xfrm>
        </p:spPr>
        <p:txBody>
          <a:bodyPr anchor="b"/>
          <a:lstStyle>
            <a:lvl1pPr marL="0" indent="0">
              <a:buNone/>
              <a:defRPr sz="4536" b="1"/>
            </a:lvl1pPr>
            <a:lvl2pPr marL="864017" indent="0">
              <a:buNone/>
              <a:defRPr sz="3780" b="1"/>
            </a:lvl2pPr>
            <a:lvl3pPr marL="1728033" indent="0">
              <a:buNone/>
              <a:defRPr sz="3402" b="1"/>
            </a:lvl3pPr>
            <a:lvl4pPr marL="2592050" indent="0">
              <a:buNone/>
              <a:defRPr sz="3024" b="1"/>
            </a:lvl4pPr>
            <a:lvl5pPr marL="3456066" indent="0">
              <a:buNone/>
              <a:defRPr sz="3024" b="1"/>
            </a:lvl5pPr>
            <a:lvl6pPr marL="4320083" indent="0">
              <a:buNone/>
              <a:defRPr sz="3024" b="1"/>
            </a:lvl6pPr>
            <a:lvl7pPr marL="5184099" indent="0">
              <a:buNone/>
              <a:defRPr sz="3024" b="1"/>
            </a:lvl7pPr>
            <a:lvl8pPr marL="6048116" indent="0">
              <a:buNone/>
              <a:defRPr sz="3024" b="1"/>
            </a:lvl8pPr>
            <a:lvl9pPr marL="6912132" indent="0">
              <a:buNone/>
              <a:defRPr sz="3024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90248" y="6311977"/>
            <a:ext cx="7310223" cy="928396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747970" y="4235986"/>
            <a:ext cx="7346224" cy="2075991"/>
          </a:xfrm>
        </p:spPr>
        <p:txBody>
          <a:bodyPr anchor="b"/>
          <a:lstStyle>
            <a:lvl1pPr marL="0" indent="0">
              <a:buNone/>
              <a:defRPr sz="4536" b="1"/>
            </a:lvl1pPr>
            <a:lvl2pPr marL="864017" indent="0">
              <a:buNone/>
              <a:defRPr sz="3780" b="1"/>
            </a:lvl2pPr>
            <a:lvl3pPr marL="1728033" indent="0">
              <a:buNone/>
              <a:defRPr sz="3402" b="1"/>
            </a:lvl3pPr>
            <a:lvl4pPr marL="2592050" indent="0">
              <a:buNone/>
              <a:defRPr sz="3024" b="1"/>
            </a:lvl4pPr>
            <a:lvl5pPr marL="3456066" indent="0">
              <a:buNone/>
              <a:defRPr sz="3024" b="1"/>
            </a:lvl5pPr>
            <a:lvl6pPr marL="4320083" indent="0">
              <a:buNone/>
              <a:defRPr sz="3024" b="1"/>
            </a:lvl6pPr>
            <a:lvl7pPr marL="5184099" indent="0">
              <a:buNone/>
              <a:defRPr sz="3024" b="1"/>
            </a:lvl7pPr>
            <a:lvl8pPr marL="6048116" indent="0">
              <a:buNone/>
              <a:defRPr sz="3024" b="1"/>
            </a:lvl8pPr>
            <a:lvl9pPr marL="6912132" indent="0">
              <a:buNone/>
              <a:defRPr sz="3024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747970" y="6311977"/>
            <a:ext cx="7346224" cy="928396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401A9-DE87-4D18-8B42-99BB665F3C16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8A9609-BE5D-4296-8AC4-314ACCBFF06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72567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401A9-DE87-4D18-8B42-99BB665F3C16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8A9609-BE5D-4296-8AC4-314ACCBFF06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54571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401A9-DE87-4D18-8B42-99BB665F3C16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8A9609-BE5D-4296-8AC4-314ACCBFF06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449613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0246" y="1151996"/>
            <a:ext cx="5573230" cy="4031986"/>
          </a:xfrm>
        </p:spPr>
        <p:txBody>
          <a:bodyPr anchor="b"/>
          <a:lstStyle>
            <a:lvl1pPr>
              <a:defRPr sz="6047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46224" y="2487995"/>
            <a:ext cx="8747969" cy="12279956"/>
          </a:xfrm>
        </p:spPr>
        <p:txBody>
          <a:bodyPr/>
          <a:lstStyle>
            <a:lvl1pPr>
              <a:defRPr sz="6047"/>
            </a:lvl1pPr>
            <a:lvl2pPr>
              <a:defRPr sz="5291"/>
            </a:lvl2pPr>
            <a:lvl3pPr>
              <a:defRPr sz="4536"/>
            </a:lvl3pPr>
            <a:lvl4pPr>
              <a:defRPr sz="3780"/>
            </a:lvl4pPr>
            <a:lvl5pPr>
              <a:defRPr sz="3780"/>
            </a:lvl5pPr>
            <a:lvl6pPr>
              <a:defRPr sz="3780"/>
            </a:lvl6pPr>
            <a:lvl7pPr>
              <a:defRPr sz="3780"/>
            </a:lvl7pPr>
            <a:lvl8pPr>
              <a:defRPr sz="3780"/>
            </a:lvl8pPr>
            <a:lvl9pPr>
              <a:defRPr sz="378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0246" y="5183981"/>
            <a:ext cx="5573230" cy="9603967"/>
          </a:xfrm>
        </p:spPr>
        <p:txBody>
          <a:bodyPr/>
          <a:lstStyle>
            <a:lvl1pPr marL="0" indent="0">
              <a:buNone/>
              <a:defRPr sz="3024"/>
            </a:lvl1pPr>
            <a:lvl2pPr marL="864017" indent="0">
              <a:buNone/>
              <a:defRPr sz="2646"/>
            </a:lvl2pPr>
            <a:lvl3pPr marL="1728033" indent="0">
              <a:buNone/>
              <a:defRPr sz="2268"/>
            </a:lvl3pPr>
            <a:lvl4pPr marL="2592050" indent="0">
              <a:buNone/>
              <a:defRPr sz="1890"/>
            </a:lvl4pPr>
            <a:lvl5pPr marL="3456066" indent="0">
              <a:buNone/>
              <a:defRPr sz="1890"/>
            </a:lvl5pPr>
            <a:lvl6pPr marL="4320083" indent="0">
              <a:buNone/>
              <a:defRPr sz="1890"/>
            </a:lvl6pPr>
            <a:lvl7pPr marL="5184099" indent="0">
              <a:buNone/>
              <a:defRPr sz="1890"/>
            </a:lvl7pPr>
            <a:lvl8pPr marL="6048116" indent="0">
              <a:buNone/>
              <a:defRPr sz="1890"/>
            </a:lvl8pPr>
            <a:lvl9pPr marL="6912132" indent="0">
              <a:buNone/>
              <a:defRPr sz="189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401A9-DE87-4D18-8B42-99BB665F3C16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8A9609-BE5D-4296-8AC4-314ACCBFF06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94389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0246" y="1151996"/>
            <a:ext cx="5573230" cy="4031986"/>
          </a:xfrm>
        </p:spPr>
        <p:txBody>
          <a:bodyPr anchor="b"/>
          <a:lstStyle>
            <a:lvl1pPr>
              <a:defRPr sz="6047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46224" y="2487995"/>
            <a:ext cx="8747969" cy="12279956"/>
          </a:xfrm>
        </p:spPr>
        <p:txBody>
          <a:bodyPr anchor="t"/>
          <a:lstStyle>
            <a:lvl1pPr marL="0" indent="0">
              <a:buNone/>
              <a:defRPr sz="6047"/>
            </a:lvl1pPr>
            <a:lvl2pPr marL="864017" indent="0">
              <a:buNone/>
              <a:defRPr sz="5291"/>
            </a:lvl2pPr>
            <a:lvl3pPr marL="1728033" indent="0">
              <a:buNone/>
              <a:defRPr sz="4536"/>
            </a:lvl3pPr>
            <a:lvl4pPr marL="2592050" indent="0">
              <a:buNone/>
              <a:defRPr sz="3780"/>
            </a:lvl4pPr>
            <a:lvl5pPr marL="3456066" indent="0">
              <a:buNone/>
              <a:defRPr sz="3780"/>
            </a:lvl5pPr>
            <a:lvl6pPr marL="4320083" indent="0">
              <a:buNone/>
              <a:defRPr sz="3780"/>
            </a:lvl6pPr>
            <a:lvl7pPr marL="5184099" indent="0">
              <a:buNone/>
              <a:defRPr sz="3780"/>
            </a:lvl7pPr>
            <a:lvl8pPr marL="6048116" indent="0">
              <a:buNone/>
              <a:defRPr sz="3780"/>
            </a:lvl8pPr>
            <a:lvl9pPr marL="6912132" indent="0">
              <a:buNone/>
              <a:defRPr sz="378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0246" y="5183981"/>
            <a:ext cx="5573230" cy="9603967"/>
          </a:xfrm>
        </p:spPr>
        <p:txBody>
          <a:bodyPr/>
          <a:lstStyle>
            <a:lvl1pPr marL="0" indent="0">
              <a:buNone/>
              <a:defRPr sz="3024"/>
            </a:lvl1pPr>
            <a:lvl2pPr marL="864017" indent="0">
              <a:buNone/>
              <a:defRPr sz="2646"/>
            </a:lvl2pPr>
            <a:lvl3pPr marL="1728033" indent="0">
              <a:buNone/>
              <a:defRPr sz="2268"/>
            </a:lvl3pPr>
            <a:lvl4pPr marL="2592050" indent="0">
              <a:buNone/>
              <a:defRPr sz="1890"/>
            </a:lvl4pPr>
            <a:lvl5pPr marL="3456066" indent="0">
              <a:buNone/>
              <a:defRPr sz="1890"/>
            </a:lvl5pPr>
            <a:lvl6pPr marL="4320083" indent="0">
              <a:buNone/>
              <a:defRPr sz="1890"/>
            </a:lvl6pPr>
            <a:lvl7pPr marL="5184099" indent="0">
              <a:buNone/>
              <a:defRPr sz="1890"/>
            </a:lvl7pPr>
            <a:lvl8pPr marL="6048116" indent="0">
              <a:buNone/>
              <a:defRPr sz="1890"/>
            </a:lvl8pPr>
            <a:lvl9pPr marL="6912132" indent="0">
              <a:buNone/>
              <a:defRPr sz="189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401A9-DE87-4D18-8B42-99BB665F3C16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8A9609-BE5D-4296-8AC4-314ACCBFF06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8359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401A9-DE87-4D18-8B42-99BB665F3C16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8A9609-BE5D-4296-8AC4-314ACCBFF06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371328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365956" y="919997"/>
            <a:ext cx="3725987" cy="14643949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87997" y="919997"/>
            <a:ext cx="10961961" cy="14643949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401A9-DE87-4D18-8B42-99BB665F3C16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8A9609-BE5D-4296-8AC4-314ACCBFF06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3203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87996" y="920001"/>
            <a:ext cx="14903947" cy="33399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87996" y="4599983"/>
            <a:ext cx="14903947" cy="1096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87996" y="16015946"/>
            <a:ext cx="3887986" cy="9199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26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5401A9-DE87-4D18-8B42-99BB665F3C16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723980" y="16015946"/>
            <a:ext cx="5831979" cy="9199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26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203956" y="16015946"/>
            <a:ext cx="3887986" cy="9199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26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8A9609-BE5D-4296-8AC4-314ACCBFF06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2943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728033" rtl="0" eaLnBrk="1" latinLnBrk="0" hangingPunct="1">
        <a:lnSpc>
          <a:spcPct val="90000"/>
        </a:lnSpc>
        <a:spcBef>
          <a:spcPct val="0"/>
        </a:spcBef>
        <a:buNone/>
        <a:defRPr sz="831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32008" indent="-432008" algn="l" defTabSz="1728033" rtl="0" eaLnBrk="1" latinLnBrk="0" hangingPunct="1">
        <a:lnSpc>
          <a:spcPct val="90000"/>
        </a:lnSpc>
        <a:spcBef>
          <a:spcPts val="1890"/>
        </a:spcBef>
        <a:buFont typeface="Arial" panose="020B0604020202020204" pitchFamily="34" charset="0"/>
        <a:buChar char="•"/>
        <a:defRPr sz="5291" kern="1200">
          <a:solidFill>
            <a:schemeClr val="tx1"/>
          </a:solidFill>
          <a:latin typeface="+mn-lt"/>
          <a:ea typeface="+mn-ea"/>
          <a:cs typeface="+mn-cs"/>
        </a:defRPr>
      </a:lvl1pPr>
      <a:lvl2pPr marL="1296025" indent="-432008" algn="l" defTabSz="1728033" rtl="0" eaLnBrk="1" latinLnBrk="0" hangingPunct="1">
        <a:lnSpc>
          <a:spcPct val="90000"/>
        </a:lnSpc>
        <a:spcBef>
          <a:spcPts val="945"/>
        </a:spcBef>
        <a:buFont typeface="Arial" panose="020B0604020202020204" pitchFamily="34" charset="0"/>
        <a:buChar char="•"/>
        <a:defRPr sz="4536" kern="1200">
          <a:solidFill>
            <a:schemeClr val="tx1"/>
          </a:solidFill>
          <a:latin typeface="+mn-lt"/>
          <a:ea typeface="+mn-ea"/>
          <a:cs typeface="+mn-cs"/>
        </a:defRPr>
      </a:lvl2pPr>
      <a:lvl3pPr marL="2160041" indent="-432008" algn="l" defTabSz="1728033" rtl="0" eaLnBrk="1" latinLnBrk="0" hangingPunct="1">
        <a:lnSpc>
          <a:spcPct val="90000"/>
        </a:lnSpc>
        <a:spcBef>
          <a:spcPts val="945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3pPr>
      <a:lvl4pPr marL="3024058" indent="-432008" algn="l" defTabSz="1728033" rtl="0" eaLnBrk="1" latinLnBrk="0" hangingPunct="1">
        <a:lnSpc>
          <a:spcPct val="90000"/>
        </a:lnSpc>
        <a:spcBef>
          <a:spcPts val="945"/>
        </a:spcBef>
        <a:buFont typeface="Arial" panose="020B0604020202020204" pitchFamily="34" charset="0"/>
        <a:buChar char="•"/>
        <a:defRPr sz="3402" kern="1200">
          <a:solidFill>
            <a:schemeClr val="tx1"/>
          </a:solidFill>
          <a:latin typeface="+mn-lt"/>
          <a:ea typeface="+mn-ea"/>
          <a:cs typeface="+mn-cs"/>
        </a:defRPr>
      </a:lvl4pPr>
      <a:lvl5pPr marL="3888075" indent="-432008" algn="l" defTabSz="1728033" rtl="0" eaLnBrk="1" latinLnBrk="0" hangingPunct="1">
        <a:lnSpc>
          <a:spcPct val="90000"/>
        </a:lnSpc>
        <a:spcBef>
          <a:spcPts val="945"/>
        </a:spcBef>
        <a:buFont typeface="Arial" panose="020B0604020202020204" pitchFamily="34" charset="0"/>
        <a:buChar char="•"/>
        <a:defRPr sz="3402" kern="1200">
          <a:solidFill>
            <a:schemeClr val="tx1"/>
          </a:solidFill>
          <a:latin typeface="+mn-lt"/>
          <a:ea typeface="+mn-ea"/>
          <a:cs typeface="+mn-cs"/>
        </a:defRPr>
      </a:lvl5pPr>
      <a:lvl6pPr marL="4752091" indent="-432008" algn="l" defTabSz="1728033" rtl="0" eaLnBrk="1" latinLnBrk="0" hangingPunct="1">
        <a:lnSpc>
          <a:spcPct val="90000"/>
        </a:lnSpc>
        <a:spcBef>
          <a:spcPts val="945"/>
        </a:spcBef>
        <a:buFont typeface="Arial" panose="020B0604020202020204" pitchFamily="34" charset="0"/>
        <a:buChar char="•"/>
        <a:defRPr sz="3402" kern="1200">
          <a:solidFill>
            <a:schemeClr val="tx1"/>
          </a:solidFill>
          <a:latin typeface="+mn-lt"/>
          <a:ea typeface="+mn-ea"/>
          <a:cs typeface="+mn-cs"/>
        </a:defRPr>
      </a:lvl6pPr>
      <a:lvl7pPr marL="5616108" indent="-432008" algn="l" defTabSz="1728033" rtl="0" eaLnBrk="1" latinLnBrk="0" hangingPunct="1">
        <a:lnSpc>
          <a:spcPct val="90000"/>
        </a:lnSpc>
        <a:spcBef>
          <a:spcPts val="945"/>
        </a:spcBef>
        <a:buFont typeface="Arial" panose="020B0604020202020204" pitchFamily="34" charset="0"/>
        <a:buChar char="•"/>
        <a:defRPr sz="3402" kern="1200">
          <a:solidFill>
            <a:schemeClr val="tx1"/>
          </a:solidFill>
          <a:latin typeface="+mn-lt"/>
          <a:ea typeface="+mn-ea"/>
          <a:cs typeface="+mn-cs"/>
        </a:defRPr>
      </a:lvl7pPr>
      <a:lvl8pPr marL="6480124" indent="-432008" algn="l" defTabSz="1728033" rtl="0" eaLnBrk="1" latinLnBrk="0" hangingPunct="1">
        <a:lnSpc>
          <a:spcPct val="90000"/>
        </a:lnSpc>
        <a:spcBef>
          <a:spcPts val="945"/>
        </a:spcBef>
        <a:buFont typeface="Arial" panose="020B0604020202020204" pitchFamily="34" charset="0"/>
        <a:buChar char="•"/>
        <a:defRPr sz="3402" kern="1200">
          <a:solidFill>
            <a:schemeClr val="tx1"/>
          </a:solidFill>
          <a:latin typeface="+mn-lt"/>
          <a:ea typeface="+mn-ea"/>
          <a:cs typeface="+mn-cs"/>
        </a:defRPr>
      </a:lvl8pPr>
      <a:lvl9pPr marL="7344141" indent="-432008" algn="l" defTabSz="1728033" rtl="0" eaLnBrk="1" latinLnBrk="0" hangingPunct="1">
        <a:lnSpc>
          <a:spcPct val="90000"/>
        </a:lnSpc>
        <a:spcBef>
          <a:spcPts val="945"/>
        </a:spcBef>
        <a:buFont typeface="Arial" panose="020B0604020202020204" pitchFamily="34" charset="0"/>
        <a:buChar char="•"/>
        <a:defRPr sz="340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728033" rtl="0" eaLnBrk="1" latinLnBrk="0" hangingPunct="1">
        <a:defRPr sz="3402" kern="1200">
          <a:solidFill>
            <a:schemeClr val="tx1"/>
          </a:solidFill>
          <a:latin typeface="+mn-lt"/>
          <a:ea typeface="+mn-ea"/>
          <a:cs typeface="+mn-cs"/>
        </a:defRPr>
      </a:lvl1pPr>
      <a:lvl2pPr marL="864017" algn="l" defTabSz="1728033" rtl="0" eaLnBrk="1" latinLnBrk="0" hangingPunct="1">
        <a:defRPr sz="3402" kern="1200">
          <a:solidFill>
            <a:schemeClr val="tx1"/>
          </a:solidFill>
          <a:latin typeface="+mn-lt"/>
          <a:ea typeface="+mn-ea"/>
          <a:cs typeface="+mn-cs"/>
        </a:defRPr>
      </a:lvl2pPr>
      <a:lvl3pPr marL="1728033" algn="l" defTabSz="1728033" rtl="0" eaLnBrk="1" latinLnBrk="0" hangingPunct="1">
        <a:defRPr sz="3402" kern="1200">
          <a:solidFill>
            <a:schemeClr val="tx1"/>
          </a:solidFill>
          <a:latin typeface="+mn-lt"/>
          <a:ea typeface="+mn-ea"/>
          <a:cs typeface="+mn-cs"/>
        </a:defRPr>
      </a:lvl3pPr>
      <a:lvl4pPr marL="2592050" algn="l" defTabSz="1728033" rtl="0" eaLnBrk="1" latinLnBrk="0" hangingPunct="1">
        <a:defRPr sz="3402" kern="1200">
          <a:solidFill>
            <a:schemeClr val="tx1"/>
          </a:solidFill>
          <a:latin typeface="+mn-lt"/>
          <a:ea typeface="+mn-ea"/>
          <a:cs typeface="+mn-cs"/>
        </a:defRPr>
      </a:lvl4pPr>
      <a:lvl5pPr marL="3456066" algn="l" defTabSz="1728033" rtl="0" eaLnBrk="1" latinLnBrk="0" hangingPunct="1">
        <a:defRPr sz="3402" kern="1200">
          <a:solidFill>
            <a:schemeClr val="tx1"/>
          </a:solidFill>
          <a:latin typeface="+mn-lt"/>
          <a:ea typeface="+mn-ea"/>
          <a:cs typeface="+mn-cs"/>
        </a:defRPr>
      </a:lvl5pPr>
      <a:lvl6pPr marL="4320083" algn="l" defTabSz="1728033" rtl="0" eaLnBrk="1" latinLnBrk="0" hangingPunct="1">
        <a:defRPr sz="3402" kern="1200">
          <a:solidFill>
            <a:schemeClr val="tx1"/>
          </a:solidFill>
          <a:latin typeface="+mn-lt"/>
          <a:ea typeface="+mn-ea"/>
          <a:cs typeface="+mn-cs"/>
        </a:defRPr>
      </a:lvl6pPr>
      <a:lvl7pPr marL="5184099" algn="l" defTabSz="1728033" rtl="0" eaLnBrk="1" latinLnBrk="0" hangingPunct="1">
        <a:defRPr sz="3402" kern="1200">
          <a:solidFill>
            <a:schemeClr val="tx1"/>
          </a:solidFill>
          <a:latin typeface="+mn-lt"/>
          <a:ea typeface="+mn-ea"/>
          <a:cs typeface="+mn-cs"/>
        </a:defRPr>
      </a:lvl7pPr>
      <a:lvl8pPr marL="6048116" algn="l" defTabSz="1728033" rtl="0" eaLnBrk="1" latinLnBrk="0" hangingPunct="1">
        <a:defRPr sz="3402" kern="1200">
          <a:solidFill>
            <a:schemeClr val="tx1"/>
          </a:solidFill>
          <a:latin typeface="+mn-lt"/>
          <a:ea typeface="+mn-ea"/>
          <a:cs typeface="+mn-cs"/>
        </a:defRPr>
      </a:lvl8pPr>
      <a:lvl9pPr marL="6912132" algn="l" defTabSz="1728033" rtl="0" eaLnBrk="1" latinLnBrk="0" hangingPunct="1">
        <a:defRPr sz="340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7506C3E7-0C29-8F6F-87B0-97FAD6EDF70D}"/>
              </a:ext>
            </a:extLst>
          </p:cNvPr>
          <p:cNvSpPr/>
          <p:nvPr/>
        </p:nvSpPr>
        <p:spPr>
          <a:xfrm>
            <a:off x="609636" y="389730"/>
            <a:ext cx="16071986" cy="16293281"/>
          </a:xfrm>
          <a:prstGeom prst="roundRect">
            <a:avLst>
              <a:gd name="adj" fmla="val 10765"/>
            </a:avLst>
          </a:prstGeom>
          <a:gradFill flip="none" rotWithShape="1">
            <a:gsLst>
              <a:gs pos="0">
                <a:srgbClr val="B8C0FF"/>
              </a:gs>
              <a:gs pos="100000">
                <a:srgbClr val="B8C0FF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3" name="Gráfico 2" descr="Sincronização com a nuvem com preenchimento sólido">
            <a:extLst>
              <a:ext uri="{FF2B5EF4-FFF2-40B4-BE49-F238E27FC236}">
                <a16:creationId xmlns:a16="http://schemas.microsoft.com/office/drawing/2014/main" id="{4C38B9DC-07AF-AB16-74DD-17C312A2F0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3546" y="-317473"/>
            <a:ext cx="15812846" cy="15812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166571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Personalizar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Felipe Silva Aguiar</dc:creator>
  <cp:lastModifiedBy>Felipe Silva Aguiar</cp:lastModifiedBy>
  <cp:revision>4</cp:revision>
  <dcterms:created xsi:type="dcterms:W3CDTF">2026-02-13T16:37:01Z</dcterms:created>
  <dcterms:modified xsi:type="dcterms:W3CDTF">2026-02-13T17:00:39Z</dcterms:modified>
</cp:coreProperties>
</file>