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7279938" cy="172799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43" userDrawn="1">
          <p15:clr>
            <a:srgbClr val="A4A3A4"/>
          </p15:clr>
        </p15:guide>
        <p15:guide id="2" pos="54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26" d="100"/>
          <a:sy n="26" d="100"/>
        </p:scale>
        <p:origin x="1712" y="84"/>
      </p:cViewPr>
      <p:guideLst>
        <p:guide orient="horz" pos="5443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996" y="2827991"/>
            <a:ext cx="14687947" cy="6015978"/>
          </a:xfrm>
        </p:spPr>
        <p:txBody>
          <a:bodyPr anchor="b"/>
          <a:lstStyle>
            <a:lvl1pPr algn="ctr">
              <a:defRPr sz="113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9075969"/>
            <a:ext cx="12959954" cy="4171984"/>
          </a:xfrm>
        </p:spPr>
        <p:txBody>
          <a:bodyPr/>
          <a:lstStyle>
            <a:lvl1pPr marL="0" indent="0" algn="ctr">
              <a:buNone/>
              <a:defRPr sz="4536"/>
            </a:lvl1pPr>
            <a:lvl2pPr marL="864017" indent="0" algn="ctr">
              <a:buNone/>
              <a:defRPr sz="3780"/>
            </a:lvl2pPr>
            <a:lvl3pPr marL="1728033" indent="0" algn="ctr">
              <a:buNone/>
              <a:defRPr sz="3402"/>
            </a:lvl3pPr>
            <a:lvl4pPr marL="2592050" indent="0" algn="ctr">
              <a:buNone/>
              <a:defRPr sz="3024"/>
            </a:lvl4pPr>
            <a:lvl5pPr marL="3456066" indent="0" algn="ctr">
              <a:buNone/>
              <a:defRPr sz="3024"/>
            </a:lvl5pPr>
            <a:lvl6pPr marL="4320083" indent="0" algn="ctr">
              <a:buNone/>
              <a:defRPr sz="3024"/>
            </a:lvl6pPr>
            <a:lvl7pPr marL="5184099" indent="0" algn="ctr">
              <a:buNone/>
              <a:defRPr sz="3024"/>
            </a:lvl7pPr>
            <a:lvl8pPr marL="6048116" indent="0" algn="ctr">
              <a:buNone/>
              <a:defRPr sz="3024"/>
            </a:lvl8pPr>
            <a:lvl9pPr marL="6912132" indent="0" algn="ctr">
              <a:buNone/>
              <a:defRPr sz="302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46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3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4307990"/>
            <a:ext cx="14903947" cy="7187973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11563964"/>
            <a:ext cx="14903947" cy="3779985"/>
          </a:xfrm>
        </p:spPr>
        <p:txBody>
          <a:bodyPr/>
          <a:lstStyle>
            <a:lvl1pPr marL="0" indent="0">
              <a:buNone/>
              <a:defRPr sz="4536">
                <a:solidFill>
                  <a:schemeClr val="tx1">
                    <a:tint val="82000"/>
                  </a:schemeClr>
                </a:solidFill>
              </a:defRPr>
            </a:lvl1pPr>
            <a:lvl2pPr marL="86401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2pPr>
            <a:lvl3pPr marL="1728033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3pPr>
            <a:lvl4pPr marL="259205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606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200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4099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811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2132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34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4599983"/>
            <a:ext cx="7343974" cy="1096396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4599983"/>
            <a:ext cx="7343974" cy="1096396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39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920001"/>
            <a:ext cx="14903947" cy="333998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8" y="4235986"/>
            <a:ext cx="7310223" cy="207599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8" y="6311977"/>
            <a:ext cx="7310223" cy="9283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70" y="4235986"/>
            <a:ext cx="7346224" cy="207599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70" y="6311977"/>
            <a:ext cx="7346224" cy="9283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256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45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9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151996"/>
            <a:ext cx="5573230" cy="4031986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2487995"/>
            <a:ext cx="8747969" cy="12279956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6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5183981"/>
            <a:ext cx="5573230" cy="9603967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43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151996"/>
            <a:ext cx="5573230" cy="4031986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2487995"/>
            <a:ext cx="8747969" cy="12279956"/>
          </a:xfrm>
        </p:spPr>
        <p:txBody>
          <a:bodyPr anchor="t"/>
          <a:lstStyle>
            <a:lvl1pPr marL="0" indent="0">
              <a:buNone/>
              <a:defRPr sz="6047"/>
            </a:lvl1pPr>
            <a:lvl2pPr marL="864017" indent="0">
              <a:buNone/>
              <a:defRPr sz="5291"/>
            </a:lvl2pPr>
            <a:lvl3pPr marL="1728033" indent="0">
              <a:buNone/>
              <a:defRPr sz="4536"/>
            </a:lvl3pPr>
            <a:lvl4pPr marL="2592050" indent="0">
              <a:buNone/>
              <a:defRPr sz="3780"/>
            </a:lvl4pPr>
            <a:lvl5pPr marL="3456066" indent="0">
              <a:buNone/>
              <a:defRPr sz="3780"/>
            </a:lvl5pPr>
            <a:lvl6pPr marL="4320083" indent="0">
              <a:buNone/>
              <a:defRPr sz="3780"/>
            </a:lvl6pPr>
            <a:lvl7pPr marL="5184099" indent="0">
              <a:buNone/>
              <a:defRPr sz="3780"/>
            </a:lvl7pPr>
            <a:lvl8pPr marL="6048116" indent="0">
              <a:buNone/>
              <a:defRPr sz="3780"/>
            </a:lvl8pPr>
            <a:lvl9pPr marL="6912132" indent="0">
              <a:buNone/>
              <a:defRPr sz="378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5183981"/>
            <a:ext cx="5573230" cy="9603967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35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13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6" y="919997"/>
            <a:ext cx="3725987" cy="1464394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7" y="919997"/>
            <a:ext cx="10961961" cy="1464394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20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920001"/>
            <a:ext cx="14903947" cy="3339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4599983"/>
            <a:ext cx="14903947" cy="1096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16015946"/>
            <a:ext cx="3887986" cy="9199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401A9-DE87-4D18-8B42-99BB665F3C16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16015946"/>
            <a:ext cx="5831979" cy="9199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16015946"/>
            <a:ext cx="3887986" cy="9199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A9609-BE5D-4296-8AC4-314ACCBFF0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9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8033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8" indent="-432008" algn="l" defTabSz="1728033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602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2pPr>
      <a:lvl3pPr marL="21600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02405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88807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75209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61610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480124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73441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1pPr>
      <a:lvl2pPr marL="864017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72803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59205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45606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32008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184099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04811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6912132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506C3E7-0C29-8F6F-87B0-97FAD6EDF70D}"/>
              </a:ext>
            </a:extLst>
          </p:cNvPr>
          <p:cNvSpPr/>
          <p:nvPr/>
        </p:nvSpPr>
        <p:spPr>
          <a:xfrm>
            <a:off x="609636" y="389730"/>
            <a:ext cx="16071986" cy="16293281"/>
          </a:xfrm>
          <a:prstGeom prst="roundRect">
            <a:avLst>
              <a:gd name="adj" fmla="val 10765"/>
            </a:avLst>
          </a:prstGeom>
          <a:gradFill flip="none" rotWithShape="1">
            <a:gsLst>
              <a:gs pos="0">
                <a:srgbClr val="FF2D47"/>
              </a:gs>
              <a:gs pos="100000">
                <a:srgbClr val="FF593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665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Silva Aguiar</dc:creator>
  <cp:lastModifiedBy>Felipe Silva Aguiar</cp:lastModifiedBy>
  <cp:revision>2</cp:revision>
  <dcterms:created xsi:type="dcterms:W3CDTF">2026-02-13T16:37:01Z</dcterms:created>
  <dcterms:modified xsi:type="dcterms:W3CDTF">2026-02-13T16:42:59Z</dcterms:modified>
</cp:coreProperties>
</file>