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1520488" cy="11520488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629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8C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40" d="100"/>
          <a:sy n="40" d="100"/>
        </p:scale>
        <p:origin x="1672" y="48"/>
      </p:cViewPr>
      <p:guideLst>
        <p:guide orient="horz" pos="3629"/>
        <p:guide pos="36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4037" y="1885414"/>
            <a:ext cx="9792415" cy="4010837"/>
          </a:xfrm>
        </p:spPr>
        <p:txBody>
          <a:bodyPr anchor="b"/>
          <a:lstStyle>
            <a:lvl1pPr algn="ctr">
              <a:defRPr sz="755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6050924"/>
            <a:ext cx="8640366" cy="2781450"/>
          </a:xfrm>
        </p:spPr>
        <p:txBody>
          <a:bodyPr/>
          <a:lstStyle>
            <a:lvl1pPr marL="0" indent="0" algn="ctr">
              <a:buNone/>
              <a:defRPr sz="3024"/>
            </a:lvl1pPr>
            <a:lvl2pPr marL="576026" indent="0" algn="ctr">
              <a:buNone/>
              <a:defRPr sz="2520"/>
            </a:lvl2pPr>
            <a:lvl3pPr marL="1152053" indent="0" algn="ctr">
              <a:buNone/>
              <a:defRPr sz="2268"/>
            </a:lvl3pPr>
            <a:lvl4pPr marL="1728079" indent="0" algn="ctr">
              <a:buNone/>
              <a:defRPr sz="2016"/>
            </a:lvl4pPr>
            <a:lvl5pPr marL="2304105" indent="0" algn="ctr">
              <a:buNone/>
              <a:defRPr sz="2016"/>
            </a:lvl5pPr>
            <a:lvl6pPr marL="2880131" indent="0" algn="ctr">
              <a:buNone/>
              <a:defRPr sz="2016"/>
            </a:lvl6pPr>
            <a:lvl7pPr marL="3456158" indent="0" algn="ctr">
              <a:buNone/>
              <a:defRPr sz="2016"/>
            </a:lvl7pPr>
            <a:lvl8pPr marL="4032184" indent="0" algn="ctr">
              <a:buNone/>
              <a:defRPr sz="2016"/>
            </a:lvl8pPr>
            <a:lvl9pPr marL="4608210" indent="0" algn="ctr">
              <a:buNone/>
              <a:defRPr sz="2016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4D00D-C539-41ED-8AEC-EE7971328DE5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55AA-1CEF-4C74-BDF4-D22CFC912C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2250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4D00D-C539-41ED-8AEC-EE7971328DE5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55AA-1CEF-4C74-BDF4-D22CFC912C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5304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4" y="2872125"/>
            <a:ext cx="9936421" cy="4792202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4" y="7709663"/>
            <a:ext cx="9936421" cy="2520106"/>
          </a:xfrm>
        </p:spPr>
        <p:txBody>
          <a:bodyPr/>
          <a:lstStyle>
            <a:lvl1pPr marL="0" indent="0">
              <a:buNone/>
              <a:defRPr sz="3024">
                <a:solidFill>
                  <a:schemeClr val="tx1">
                    <a:tint val="82000"/>
                  </a:schemeClr>
                </a:solidFill>
              </a:defRPr>
            </a:lvl1pPr>
            <a:lvl2pPr marL="576026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2pPr>
            <a:lvl3pPr marL="1152053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3pPr>
            <a:lvl4pPr marL="1728079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4pPr>
            <a:lvl5pPr marL="2304105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5pPr>
            <a:lvl6pPr marL="2880131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6pPr>
            <a:lvl7pPr marL="3456158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7pPr>
            <a:lvl8pPr marL="4032184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8pPr>
            <a:lvl9pPr marL="4608210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4D00D-C539-41ED-8AEC-EE7971328DE5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55AA-1CEF-4C74-BDF4-D22CFC912C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1179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3066796"/>
            <a:ext cx="4896207" cy="730964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3066796"/>
            <a:ext cx="4896207" cy="730964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4D00D-C539-41ED-8AEC-EE7971328DE5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55AA-1CEF-4C74-BDF4-D22CFC912C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1573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613362"/>
            <a:ext cx="9936421" cy="2226762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2824120"/>
            <a:ext cx="4873706" cy="1384058"/>
          </a:xfrm>
        </p:spPr>
        <p:txBody>
          <a:bodyPr anchor="b"/>
          <a:lstStyle>
            <a:lvl1pPr marL="0" indent="0">
              <a:buNone/>
              <a:defRPr sz="3024" b="1"/>
            </a:lvl1pPr>
            <a:lvl2pPr marL="576026" indent="0">
              <a:buNone/>
              <a:defRPr sz="2520" b="1"/>
            </a:lvl2pPr>
            <a:lvl3pPr marL="1152053" indent="0">
              <a:buNone/>
              <a:defRPr sz="2268" b="1"/>
            </a:lvl3pPr>
            <a:lvl4pPr marL="1728079" indent="0">
              <a:buNone/>
              <a:defRPr sz="2016" b="1"/>
            </a:lvl4pPr>
            <a:lvl5pPr marL="2304105" indent="0">
              <a:buNone/>
              <a:defRPr sz="2016" b="1"/>
            </a:lvl5pPr>
            <a:lvl6pPr marL="2880131" indent="0">
              <a:buNone/>
              <a:defRPr sz="2016" b="1"/>
            </a:lvl6pPr>
            <a:lvl7pPr marL="3456158" indent="0">
              <a:buNone/>
              <a:defRPr sz="2016" b="1"/>
            </a:lvl7pPr>
            <a:lvl8pPr marL="4032184" indent="0">
              <a:buNone/>
              <a:defRPr sz="2016" b="1"/>
            </a:lvl8pPr>
            <a:lvl9pPr marL="4608210" indent="0">
              <a:buNone/>
              <a:defRPr sz="2016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4208178"/>
            <a:ext cx="4873706" cy="618959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8" y="2824120"/>
            <a:ext cx="4897708" cy="1384058"/>
          </a:xfrm>
        </p:spPr>
        <p:txBody>
          <a:bodyPr anchor="b"/>
          <a:lstStyle>
            <a:lvl1pPr marL="0" indent="0">
              <a:buNone/>
              <a:defRPr sz="3024" b="1"/>
            </a:lvl1pPr>
            <a:lvl2pPr marL="576026" indent="0">
              <a:buNone/>
              <a:defRPr sz="2520" b="1"/>
            </a:lvl2pPr>
            <a:lvl3pPr marL="1152053" indent="0">
              <a:buNone/>
              <a:defRPr sz="2268" b="1"/>
            </a:lvl3pPr>
            <a:lvl4pPr marL="1728079" indent="0">
              <a:buNone/>
              <a:defRPr sz="2016" b="1"/>
            </a:lvl4pPr>
            <a:lvl5pPr marL="2304105" indent="0">
              <a:buNone/>
              <a:defRPr sz="2016" b="1"/>
            </a:lvl5pPr>
            <a:lvl6pPr marL="2880131" indent="0">
              <a:buNone/>
              <a:defRPr sz="2016" b="1"/>
            </a:lvl6pPr>
            <a:lvl7pPr marL="3456158" indent="0">
              <a:buNone/>
              <a:defRPr sz="2016" b="1"/>
            </a:lvl7pPr>
            <a:lvl8pPr marL="4032184" indent="0">
              <a:buNone/>
              <a:defRPr sz="2016" b="1"/>
            </a:lvl8pPr>
            <a:lvl9pPr marL="4608210" indent="0">
              <a:buNone/>
              <a:defRPr sz="2016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8" y="4208178"/>
            <a:ext cx="4897708" cy="618959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4D00D-C539-41ED-8AEC-EE7971328DE5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55AA-1CEF-4C74-BDF4-D22CFC912C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1643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4D00D-C539-41ED-8AEC-EE7971328DE5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55AA-1CEF-4C74-BDF4-D22CFC912C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5649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4D00D-C539-41ED-8AEC-EE7971328DE5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55AA-1CEF-4C74-BDF4-D22CFC912C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6775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768032"/>
            <a:ext cx="3715657" cy="2688114"/>
          </a:xfrm>
        </p:spPr>
        <p:txBody>
          <a:bodyPr anchor="b"/>
          <a:lstStyle>
            <a:lvl1pPr>
              <a:defRPr sz="4032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1658740"/>
            <a:ext cx="5832247" cy="8187013"/>
          </a:xfrm>
        </p:spPr>
        <p:txBody>
          <a:bodyPr/>
          <a:lstStyle>
            <a:lvl1pPr>
              <a:defRPr sz="4032"/>
            </a:lvl1pPr>
            <a:lvl2pPr>
              <a:defRPr sz="3528"/>
            </a:lvl2pPr>
            <a:lvl3pPr>
              <a:defRPr sz="3024"/>
            </a:lvl3pPr>
            <a:lvl4pPr>
              <a:defRPr sz="2520"/>
            </a:lvl4pPr>
            <a:lvl5pPr>
              <a:defRPr sz="2520"/>
            </a:lvl5pPr>
            <a:lvl6pPr>
              <a:defRPr sz="2520"/>
            </a:lvl6pPr>
            <a:lvl7pPr>
              <a:defRPr sz="2520"/>
            </a:lvl7pPr>
            <a:lvl8pPr>
              <a:defRPr sz="2520"/>
            </a:lvl8pPr>
            <a:lvl9pPr>
              <a:defRPr sz="252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4" y="3456146"/>
            <a:ext cx="3715657" cy="6402939"/>
          </a:xfrm>
        </p:spPr>
        <p:txBody>
          <a:bodyPr/>
          <a:lstStyle>
            <a:lvl1pPr marL="0" indent="0">
              <a:buNone/>
              <a:defRPr sz="2016"/>
            </a:lvl1pPr>
            <a:lvl2pPr marL="576026" indent="0">
              <a:buNone/>
              <a:defRPr sz="1764"/>
            </a:lvl2pPr>
            <a:lvl3pPr marL="1152053" indent="0">
              <a:buNone/>
              <a:defRPr sz="1512"/>
            </a:lvl3pPr>
            <a:lvl4pPr marL="1728079" indent="0">
              <a:buNone/>
              <a:defRPr sz="1260"/>
            </a:lvl4pPr>
            <a:lvl5pPr marL="2304105" indent="0">
              <a:buNone/>
              <a:defRPr sz="1260"/>
            </a:lvl5pPr>
            <a:lvl6pPr marL="2880131" indent="0">
              <a:buNone/>
              <a:defRPr sz="1260"/>
            </a:lvl6pPr>
            <a:lvl7pPr marL="3456158" indent="0">
              <a:buNone/>
              <a:defRPr sz="1260"/>
            </a:lvl7pPr>
            <a:lvl8pPr marL="4032184" indent="0">
              <a:buNone/>
              <a:defRPr sz="1260"/>
            </a:lvl8pPr>
            <a:lvl9pPr marL="4608210" indent="0">
              <a:buNone/>
              <a:defRPr sz="126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4D00D-C539-41ED-8AEC-EE7971328DE5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55AA-1CEF-4C74-BDF4-D22CFC912C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2866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768032"/>
            <a:ext cx="3715657" cy="2688114"/>
          </a:xfrm>
        </p:spPr>
        <p:txBody>
          <a:bodyPr anchor="b"/>
          <a:lstStyle>
            <a:lvl1pPr>
              <a:defRPr sz="4032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1658740"/>
            <a:ext cx="5832247" cy="8187013"/>
          </a:xfrm>
        </p:spPr>
        <p:txBody>
          <a:bodyPr anchor="t"/>
          <a:lstStyle>
            <a:lvl1pPr marL="0" indent="0">
              <a:buNone/>
              <a:defRPr sz="4032"/>
            </a:lvl1pPr>
            <a:lvl2pPr marL="576026" indent="0">
              <a:buNone/>
              <a:defRPr sz="3528"/>
            </a:lvl2pPr>
            <a:lvl3pPr marL="1152053" indent="0">
              <a:buNone/>
              <a:defRPr sz="3024"/>
            </a:lvl3pPr>
            <a:lvl4pPr marL="1728079" indent="0">
              <a:buNone/>
              <a:defRPr sz="2520"/>
            </a:lvl4pPr>
            <a:lvl5pPr marL="2304105" indent="0">
              <a:buNone/>
              <a:defRPr sz="2520"/>
            </a:lvl5pPr>
            <a:lvl6pPr marL="2880131" indent="0">
              <a:buNone/>
              <a:defRPr sz="2520"/>
            </a:lvl6pPr>
            <a:lvl7pPr marL="3456158" indent="0">
              <a:buNone/>
              <a:defRPr sz="2520"/>
            </a:lvl7pPr>
            <a:lvl8pPr marL="4032184" indent="0">
              <a:buNone/>
              <a:defRPr sz="2520"/>
            </a:lvl8pPr>
            <a:lvl9pPr marL="4608210" indent="0">
              <a:buNone/>
              <a:defRPr sz="252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4" y="3456146"/>
            <a:ext cx="3715657" cy="6402939"/>
          </a:xfrm>
        </p:spPr>
        <p:txBody>
          <a:bodyPr/>
          <a:lstStyle>
            <a:lvl1pPr marL="0" indent="0">
              <a:buNone/>
              <a:defRPr sz="2016"/>
            </a:lvl1pPr>
            <a:lvl2pPr marL="576026" indent="0">
              <a:buNone/>
              <a:defRPr sz="1764"/>
            </a:lvl2pPr>
            <a:lvl3pPr marL="1152053" indent="0">
              <a:buNone/>
              <a:defRPr sz="1512"/>
            </a:lvl3pPr>
            <a:lvl4pPr marL="1728079" indent="0">
              <a:buNone/>
              <a:defRPr sz="1260"/>
            </a:lvl4pPr>
            <a:lvl5pPr marL="2304105" indent="0">
              <a:buNone/>
              <a:defRPr sz="1260"/>
            </a:lvl5pPr>
            <a:lvl6pPr marL="2880131" indent="0">
              <a:buNone/>
              <a:defRPr sz="1260"/>
            </a:lvl6pPr>
            <a:lvl7pPr marL="3456158" indent="0">
              <a:buNone/>
              <a:defRPr sz="1260"/>
            </a:lvl7pPr>
            <a:lvl8pPr marL="4032184" indent="0">
              <a:buNone/>
              <a:defRPr sz="1260"/>
            </a:lvl8pPr>
            <a:lvl9pPr marL="4608210" indent="0">
              <a:buNone/>
              <a:defRPr sz="126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4D00D-C539-41ED-8AEC-EE7971328DE5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55AA-1CEF-4C74-BDF4-D22CFC912C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0422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4D00D-C539-41ED-8AEC-EE7971328DE5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55AA-1CEF-4C74-BDF4-D22CFC912C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8289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50" y="613359"/>
            <a:ext cx="2484105" cy="976308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4" y="613359"/>
            <a:ext cx="7308310" cy="976308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4D00D-C539-41ED-8AEC-EE7971328DE5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55AA-1CEF-4C74-BDF4-D22CFC912C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8721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613362"/>
            <a:ext cx="9936421" cy="2226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3066796"/>
            <a:ext cx="9936421" cy="73096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10677788"/>
            <a:ext cx="2592110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1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F4D00D-C539-41ED-8AEC-EE7971328DE5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10677788"/>
            <a:ext cx="3888165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1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10677788"/>
            <a:ext cx="2592110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1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C255AA-1CEF-4C74-BDF4-D22CFC912C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3148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152053" rtl="0" eaLnBrk="1" latinLnBrk="0" hangingPunct="1">
        <a:lnSpc>
          <a:spcPct val="90000"/>
        </a:lnSpc>
        <a:spcBef>
          <a:spcPct val="0"/>
        </a:spcBef>
        <a:buNone/>
        <a:defRPr sz="554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13" indent="-288013" algn="l" defTabSz="1152053" rtl="0" eaLnBrk="1" latinLnBrk="0" hangingPunct="1">
        <a:lnSpc>
          <a:spcPct val="90000"/>
        </a:lnSpc>
        <a:spcBef>
          <a:spcPts val="1260"/>
        </a:spcBef>
        <a:buFont typeface="Arial" panose="020B0604020202020204" pitchFamily="34" charset="0"/>
        <a:buChar char="•"/>
        <a:defRPr sz="3528" kern="1200">
          <a:solidFill>
            <a:schemeClr val="tx1"/>
          </a:solidFill>
          <a:latin typeface="+mn-lt"/>
          <a:ea typeface="+mn-ea"/>
          <a:cs typeface="+mn-cs"/>
        </a:defRPr>
      </a:lvl1pPr>
      <a:lvl2pPr marL="864039" indent="-288013" algn="l" defTabSz="1152053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3024" kern="1200">
          <a:solidFill>
            <a:schemeClr val="tx1"/>
          </a:solidFill>
          <a:latin typeface="+mn-lt"/>
          <a:ea typeface="+mn-ea"/>
          <a:cs typeface="+mn-cs"/>
        </a:defRPr>
      </a:lvl2pPr>
      <a:lvl3pPr marL="1440066" indent="-288013" algn="l" defTabSz="1152053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2016092" indent="-288013" algn="l" defTabSz="1152053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4pPr>
      <a:lvl5pPr marL="2592118" indent="-288013" algn="l" defTabSz="1152053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5pPr>
      <a:lvl6pPr marL="3168145" indent="-288013" algn="l" defTabSz="1152053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6pPr>
      <a:lvl7pPr marL="3744171" indent="-288013" algn="l" defTabSz="1152053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7pPr>
      <a:lvl8pPr marL="4320197" indent="-288013" algn="l" defTabSz="1152053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8pPr>
      <a:lvl9pPr marL="4896223" indent="-288013" algn="l" defTabSz="1152053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1pPr>
      <a:lvl2pPr marL="576026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152053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3pPr>
      <a:lvl4pPr marL="1728079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4pPr>
      <a:lvl5pPr marL="2304105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5pPr>
      <a:lvl6pPr marL="2880131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6pPr>
      <a:lvl7pPr marL="3456158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7pPr>
      <a:lvl8pPr marL="4032184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8pPr>
      <a:lvl9pPr marL="4608210" algn="l" defTabSz="1152053" rtl="0" eaLnBrk="1" latinLnBrk="0" hangingPunct="1">
        <a:defRPr sz="226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A83FE90D-AAE3-CFFF-2D35-A2B193D6B271}"/>
              </a:ext>
            </a:extLst>
          </p:cNvPr>
          <p:cNvSpPr/>
          <p:nvPr/>
        </p:nvSpPr>
        <p:spPr>
          <a:xfrm>
            <a:off x="450080" y="315589"/>
            <a:ext cx="10670707" cy="10817632"/>
          </a:xfrm>
          <a:prstGeom prst="roundRect">
            <a:avLst>
              <a:gd name="adj" fmla="val 10765"/>
            </a:avLst>
          </a:prstGeom>
          <a:gradFill flip="none" rotWithShape="1">
            <a:gsLst>
              <a:gs pos="0">
                <a:srgbClr val="B8C0FF"/>
              </a:gs>
              <a:gs pos="100000">
                <a:srgbClr val="B8C0FF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Gráfico 2" descr="Sincronização com a nuvem com preenchimento sólido">
            <a:extLst>
              <a:ext uri="{FF2B5EF4-FFF2-40B4-BE49-F238E27FC236}">
                <a16:creationId xmlns:a16="http://schemas.microsoft.com/office/drawing/2014/main" id="{4C38B9DC-07AF-AB16-74DD-17C312A2F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159" y="387267"/>
            <a:ext cx="10431628" cy="1043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944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Personalizar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Silva Aguiar</dc:creator>
  <cp:lastModifiedBy>Felipe Silva Aguiar</cp:lastModifiedBy>
  <cp:revision>5</cp:revision>
  <dcterms:created xsi:type="dcterms:W3CDTF">2026-02-13T16:36:15Z</dcterms:created>
  <dcterms:modified xsi:type="dcterms:W3CDTF">2026-02-13T17:00:20Z</dcterms:modified>
</cp:coreProperties>
</file>