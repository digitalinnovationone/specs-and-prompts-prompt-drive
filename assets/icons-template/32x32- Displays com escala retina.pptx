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1520488" cy="1152048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29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1672" y="48"/>
      </p:cViewPr>
      <p:guideLst>
        <p:guide orient="horz" pos="3629"/>
        <p:guide pos="36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4037" y="1885414"/>
            <a:ext cx="9792415" cy="4010837"/>
          </a:xfrm>
        </p:spPr>
        <p:txBody>
          <a:bodyPr anchor="b"/>
          <a:lstStyle>
            <a:lvl1pPr algn="ctr">
              <a:defRPr sz="75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6050924"/>
            <a:ext cx="8640366" cy="2781450"/>
          </a:xfrm>
        </p:spPr>
        <p:txBody>
          <a:bodyPr/>
          <a:lstStyle>
            <a:lvl1pPr marL="0" indent="0" algn="ctr">
              <a:buNone/>
              <a:defRPr sz="3024"/>
            </a:lvl1pPr>
            <a:lvl2pPr marL="576026" indent="0" algn="ctr">
              <a:buNone/>
              <a:defRPr sz="2520"/>
            </a:lvl2pPr>
            <a:lvl3pPr marL="1152053" indent="0" algn="ctr">
              <a:buNone/>
              <a:defRPr sz="2268"/>
            </a:lvl3pPr>
            <a:lvl4pPr marL="1728079" indent="0" algn="ctr">
              <a:buNone/>
              <a:defRPr sz="2016"/>
            </a:lvl4pPr>
            <a:lvl5pPr marL="2304105" indent="0" algn="ctr">
              <a:buNone/>
              <a:defRPr sz="2016"/>
            </a:lvl5pPr>
            <a:lvl6pPr marL="2880131" indent="0" algn="ctr">
              <a:buNone/>
              <a:defRPr sz="2016"/>
            </a:lvl6pPr>
            <a:lvl7pPr marL="3456158" indent="0" algn="ctr">
              <a:buNone/>
              <a:defRPr sz="2016"/>
            </a:lvl7pPr>
            <a:lvl8pPr marL="4032184" indent="0" algn="ctr">
              <a:buNone/>
              <a:defRPr sz="2016"/>
            </a:lvl8pPr>
            <a:lvl9pPr marL="4608210" indent="0" algn="ctr">
              <a:buNone/>
              <a:defRPr sz="2016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250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530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4" y="2872125"/>
            <a:ext cx="9936421" cy="4792202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4" y="7709663"/>
            <a:ext cx="9936421" cy="2520106"/>
          </a:xfrm>
        </p:spPr>
        <p:txBody>
          <a:bodyPr/>
          <a:lstStyle>
            <a:lvl1pPr marL="0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1pPr>
            <a:lvl2pPr marL="57602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2pPr>
            <a:lvl3pPr marL="1152053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3pPr>
            <a:lvl4pPr marL="1728079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4pPr>
            <a:lvl5pPr marL="2304105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5pPr>
            <a:lvl6pPr marL="2880131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6pPr>
            <a:lvl7pPr marL="3456158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7pPr>
            <a:lvl8pPr marL="4032184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8pPr>
            <a:lvl9pPr marL="460821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117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3066796"/>
            <a:ext cx="4896207" cy="73096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3066796"/>
            <a:ext cx="4896207" cy="73096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57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613362"/>
            <a:ext cx="9936421" cy="222676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2824120"/>
            <a:ext cx="4873706" cy="1384058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26" indent="0">
              <a:buNone/>
              <a:defRPr sz="2520" b="1"/>
            </a:lvl2pPr>
            <a:lvl3pPr marL="1152053" indent="0">
              <a:buNone/>
              <a:defRPr sz="2268" b="1"/>
            </a:lvl3pPr>
            <a:lvl4pPr marL="1728079" indent="0">
              <a:buNone/>
              <a:defRPr sz="2016" b="1"/>
            </a:lvl4pPr>
            <a:lvl5pPr marL="2304105" indent="0">
              <a:buNone/>
              <a:defRPr sz="2016" b="1"/>
            </a:lvl5pPr>
            <a:lvl6pPr marL="2880131" indent="0">
              <a:buNone/>
              <a:defRPr sz="2016" b="1"/>
            </a:lvl6pPr>
            <a:lvl7pPr marL="3456158" indent="0">
              <a:buNone/>
              <a:defRPr sz="2016" b="1"/>
            </a:lvl7pPr>
            <a:lvl8pPr marL="4032184" indent="0">
              <a:buNone/>
              <a:defRPr sz="2016" b="1"/>
            </a:lvl8pPr>
            <a:lvl9pPr marL="4608210" indent="0">
              <a:buNone/>
              <a:defRPr sz="201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4208178"/>
            <a:ext cx="4873706" cy="618959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8" y="2824120"/>
            <a:ext cx="4897708" cy="1384058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26" indent="0">
              <a:buNone/>
              <a:defRPr sz="2520" b="1"/>
            </a:lvl2pPr>
            <a:lvl3pPr marL="1152053" indent="0">
              <a:buNone/>
              <a:defRPr sz="2268" b="1"/>
            </a:lvl3pPr>
            <a:lvl4pPr marL="1728079" indent="0">
              <a:buNone/>
              <a:defRPr sz="2016" b="1"/>
            </a:lvl4pPr>
            <a:lvl5pPr marL="2304105" indent="0">
              <a:buNone/>
              <a:defRPr sz="2016" b="1"/>
            </a:lvl5pPr>
            <a:lvl6pPr marL="2880131" indent="0">
              <a:buNone/>
              <a:defRPr sz="2016" b="1"/>
            </a:lvl6pPr>
            <a:lvl7pPr marL="3456158" indent="0">
              <a:buNone/>
              <a:defRPr sz="2016" b="1"/>
            </a:lvl7pPr>
            <a:lvl8pPr marL="4032184" indent="0">
              <a:buNone/>
              <a:defRPr sz="2016" b="1"/>
            </a:lvl8pPr>
            <a:lvl9pPr marL="4608210" indent="0">
              <a:buNone/>
              <a:defRPr sz="201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8" y="4208178"/>
            <a:ext cx="4897708" cy="618959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64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64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77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768032"/>
            <a:ext cx="3715657" cy="2688114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1658740"/>
            <a:ext cx="5832247" cy="8187013"/>
          </a:xfrm>
        </p:spPr>
        <p:txBody>
          <a:bodyPr/>
          <a:lstStyle>
            <a:lvl1pPr>
              <a:defRPr sz="4032"/>
            </a:lvl1pPr>
            <a:lvl2pPr>
              <a:defRPr sz="3528"/>
            </a:lvl2pPr>
            <a:lvl3pPr>
              <a:defRPr sz="3024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4" y="3456146"/>
            <a:ext cx="3715657" cy="6402939"/>
          </a:xfrm>
        </p:spPr>
        <p:txBody>
          <a:bodyPr/>
          <a:lstStyle>
            <a:lvl1pPr marL="0" indent="0">
              <a:buNone/>
              <a:defRPr sz="2016"/>
            </a:lvl1pPr>
            <a:lvl2pPr marL="576026" indent="0">
              <a:buNone/>
              <a:defRPr sz="1764"/>
            </a:lvl2pPr>
            <a:lvl3pPr marL="1152053" indent="0">
              <a:buNone/>
              <a:defRPr sz="1512"/>
            </a:lvl3pPr>
            <a:lvl4pPr marL="1728079" indent="0">
              <a:buNone/>
              <a:defRPr sz="1260"/>
            </a:lvl4pPr>
            <a:lvl5pPr marL="2304105" indent="0">
              <a:buNone/>
              <a:defRPr sz="1260"/>
            </a:lvl5pPr>
            <a:lvl6pPr marL="2880131" indent="0">
              <a:buNone/>
              <a:defRPr sz="1260"/>
            </a:lvl6pPr>
            <a:lvl7pPr marL="3456158" indent="0">
              <a:buNone/>
              <a:defRPr sz="1260"/>
            </a:lvl7pPr>
            <a:lvl8pPr marL="4032184" indent="0">
              <a:buNone/>
              <a:defRPr sz="1260"/>
            </a:lvl8pPr>
            <a:lvl9pPr marL="4608210" indent="0">
              <a:buNone/>
              <a:defRPr sz="126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286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768032"/>
            <a:ext cx="3715657" cy="2688114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1658740"/>
            <a:ext cx="5832247" cy="8187013"/>
          </a:xfrm>
        </p:spPr>
        <p:txBody>
          <a:bodyPr anchor="t"/>
          <a:lstStyle>
            <a:lvl1pPr marL="0" indent="0">
              <a:buNone/>
              <a:defRPr sz="4032"/>
            </a:lvl1pPr>
            <a:lvl2pPr marL="576026" indent="0">
              <a:buNone/>
              <a:defRPr sz="3528"/>
            </a:lvl2pPr>
            <a:lvl3pPr marL="1152053" indent="0">
              <a:buNone/>
              <a:defRPr sz="3024"/>
            </a:lvl3pPr>
            <a:lvl4pPr marL="1728079" indent="0">
              <a:buNone/>
              <a:defRPr sz="2520"/>
            </a:lvl4pPr>
            <a:lvl5pPr marL="2304105" indent="0">
              <a:buNone/>
              <a:defRPr sz="2520"/>
            </a:lvl5pPr>
            <a:lvl6pPr marL="2880131" indent="0">
              <a:buNone/>
              <a:defRPr sz="2520"/>
            </a:lvl6pPr>
            <a:lvl7pPr marL="3456158" indent="0">
              <a:buNone/>
              <a:defRPr sz="2520"/>
            </a:lvl7pPr>
            <a:lvl8pPr marL="4032184" indent="0">
              <a:buNone/>
              <a:defRPr sz="2520"/>
            </a:lvl8pPr>
            <a:lvl9pPr marL="4608210" indent="0">
              <a:buNone/>
              <a:defRPr sz="25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4" y="3456146"/>
            <a:ext cx="3715657" cy="6402939"/>
          </a:xfrm>
        </p:spPr>
        <p:txBody>
          <a:bodyPr/>
          <a:lstStyle>
            <a:lvl1pPr marL="0" indent="0">
              <a:buNone/>
              <a:defRPr sz="2016"/>
            </a:lvl1pPr>
            <a:lvl2pPr marL="576026" indent="0">
              <a:buNone/>
              <a:defRPr sz="1764"/>
            </a:lvl2pPr>
            <a:lvl3pPr marL="1152053" indent="0">
              <a:buNone/>
              <a:defRPr sz="1512"/>
            </a:lvl3pPr>
            <a:lvl4pPr marL="1728079" indent="0">
              <a:buNone/>
              <a:defRPr sz="1260"/>
            </a:lvl4pPr>
            <a:lvl5pPr marL="2304105" indent="0">
              <a:buNone/>
              <a:defRPr sz="1260"/>
            </a:lvl5pPr>
            <a:lvl6pPr marL="2880131" indent="0">
              <a:buNone/>
              <a:defRPr sz="1260"/>
            </a:lvl6pPr>
            <a:lvl7pPr marL="3456158" indent="0">
              <a:buNone/>
              <a:defRPr sz="1260"/>
            </a:lvl7pPr>
            <a:lvl8pPr marL="4032184" indent="0">
              <a:buNone/>
              <a:defRPr sz="1260"/>
            </a:lvl8pPr>
            <a:lvl9pPr marL="4608210" indent="0">
              <a:buNone/>
              <a:defRPr sz="126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042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828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50" y="613359"/>
            <a:ext cx="2484105" cy="976308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4" y="613359"/>
            <a:ext cx="7308310" cy="976308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72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613362"/>
            <a:ext cx="9936421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3066796"/>
            <a:ext cx="9936421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10677788"/>
            <a:ext cx="259211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4D00D-C539-41ED-8AEC-EE7971328DE5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10677788"/>
            <a:ext cx="3888165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10677788"/>
            <a:ext cx="259211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255AA-1CEF-4C74-BDF4-D22CFC912C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14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52053" rtl="0" eaLnBrk="1" latinLnBrk="0" hangingPunct="1">
        <a:lnSpc>
          <a:spcPct val="90000"/>
        </a:lnSpc>
        <a:spcBef>
          <a:spcPct val="0"/>
        </a:spcBef>
        <a:buNone/>
        <a:defRPr sz="55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13" indent="-288013" algn="l" defTabSz="1152053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3528" kern="1200">
          <a:solidFill>
            <a:schemeClr val="tx1"/>
          </a:solidFill>
          <a:latin typeface="+mn-lt"/>
          <a:ea typeface="+mn-ea"/>
          <a:cs typeface="+mn-cs"/>
        </a:defRPr>
      </a:lvl1pPr>
      <a:lvl2pPr marL="864039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440066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2016092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592118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3168145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744171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320197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896223" indent="-288013" algn="l" defTabSz="1152053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26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053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079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105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131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158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184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210" algn="l" defTabSz="1152053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83FE90D-AAE3-CFFF-2D35-A2B193D6B271}"/>
              </a:ext>
            </a:extLst>
          </p:cNvPr>
          <p:cNvSpPr/>
          <p:nvPr/>
        </p:nvSpPr>
        <p:spPr>
          <a:xfrm>
            <a:off x="450080" y="315589"/>
            <a:ext cx="10670707" cy="10817632"/>
          </a:xfrm>
          <a:prstGeom prst="roundRect">
            <a:avLst>
              <a:gd name="adj" fmla="val 10765"/>
            </a:avLst>
          </a:prstGeom>
          <a:gradFill flip="none" rotWithShape="1">
            <a:gsLst>
              <a:gs pos="0">
                <a:srgbClr val="FF2D47"/>
              </a:gs>
              <a:gs pos="100000">
                <a:srgbClr val="FF593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294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Silva Aguiar</dc:creator>
  <cp:lastModifiedBy>Felipe Silva Aguiar</cp:lastModifiedBy>
  <cp:revision>2</cp:revision>
  <dcterms:created xsi:type="dcterms:W3CDTF">2026-02-13T16:36:15Z</dcterms:created>
  <dcterms:modified xsi:type="dcterms:W3CDTF">2026-02-13T16:42:37Z</dcterms:modified>
</cp:coreProperties>
</file>